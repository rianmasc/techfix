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6675120" cy="68580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18288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114800"/>
            <a:ext cx="2743200" cy="27432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48640"/>
            <a:ext cx="594360" cy="594360"/>
          </a:xfrm>
          <a:prstGeom prst="rect">
            <a:avLst>
              <a:gd name="adj" fmla="val 1230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48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548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TechFix Solutions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8961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3B82F6"/>
                </a:solidFill>
              </a:rPr>
              <a:t>ASSISTÊNCIA TÉCNICA ESPECIALIZADA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5029200" cy="0"/>
          </a:xfrm>
          <a:prstGeom prst="line">
            <a:avLst/>
          </a:prstGeom>
          <a:noFill/>
          <a:ln w="19050">
            <a:solidFill>
              <a:srgbClr val="1E2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54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Sistema de Gestão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" y="2148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de Chamados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Plataforma completa para gerenciamento de serviços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de assistência técnica de informática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2194560" cy="347472"/>
          </a:xfrm>
          <a:prstGeom prst="rect">
            <a:avLst/>
          </a:prstGeom>
          <a:solidFill>
            <a:srgbClr val="1E213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49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Formatação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3749040"/>
            <a:ext cx="2194560" cy="347472"/>
          </a:xfrm>
          <a:prstGeom prst="rect">
            <a:avLst/>
          </a:prstGeom>
          <a:solidFill>
            <a:srgbClr val="1E213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749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Limpeza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24528"/>
            <a:ext cx="2194560" cy="347472"/>
          </a:xfrm>
          <a:prstGeom prst="rect">
            <a:avLst/>
          </a:prstGeom>
          <a:solidFill>
            <a:srgbClr val="1E213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24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Upgrade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4224528"/>
            <a:ext cx="2194560" cy="347472"/>
          </a:xfrm>
          <a:prstGeom prst="rect">
            <a:avLst/>
          </a:prstGeom>
          <a:solidFill>
            <a:srgbClr val="1E213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4224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Suporte Remoto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PHP 8+   •   SQLite   •   HTML5   •   CSS3   •   JavaScript   •   XAMPP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52160" y="365760"/>
            <a:ext cx="0" cy="6126480"/>
          </a:xfrm>
          <a:prstGeom prst="line">
            <a:avLst/>
          </a:prstGeom>
          <a:noFill/>
          <a:ln w="12700">
            <a:solidFill>
              <a:srgbClr val="2528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57200"/>
            <a:ext cx="2560320" cy="1600200"/>
          </a:xfrm>
          <a:prstGeom prst="rect">
            <a:avLst/>
          </a:prstGeom>
          <a:solidFill>
            <a:srgbClr val="1E2130"/>
          </a:solidFill>
          <a:ln w="12700">
            <a:solidFill>
              <a:srgbClr val="2528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457200"/>
            <a:ext cx="25603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594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Clientes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8961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CRUD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Completo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61120" y="457200"/>
            <a:ext cx="2560320" cy="1600200"/>
          </a:xfrm>
          <a:prstGeom prst="rect">
            <a:avLst/>
          </a:prstGeom>
          <a:solidFill>
            <a:srgbClr val="1E2130"/>
          </a:solidFill>
          <a:ln w="12700">
            <a:solidFill>
              <a:srgbClr val="2528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61120" y="457200"/>
            <a:ext cx="25603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594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Chamados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098280" y="8961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CRUD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Completo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26480" y="2377440"/>
            <a:ext cx="2560320" cy="1600200"/>
          </a:xfrm>
          <a:prstGeom prst="rect">
            <a:avLst/>
          </a:prstGeom>
          <a:solidFill>
            <a:srgbClr val="1E2130"/>
          </a:solidFill>
          <a:ln w="12700">
            <a:solidFill>
              <a:srgbClr val="2528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37744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Dashboard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28163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Estatísticas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Visuais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61120" y="2377440"/>
            <a:ext cx="2560320" cy="1600200"/>
          </a:xfrm>
          <a:prstGeom prst="rect">
            <a:avLst/>
          </a:prstGeom>
          <a:solidFill>
            <a:srgbClr val="1E2130"/>
          </a:solidFill>
          <a:ln w="12700">
            <a:solidFill>
              <a:srgbClr val="2528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961120" y="2377440"/>
            <a:ext cx="25603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982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Segurança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98280" y="28163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PDO +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Sessões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26480" y="4297680"/>
            <a:ext cx="5669280" cy="2194560"/>
          </a:xfrm>
          <a:prstGeom prst="rect">
            <a:avLst/>
          </a:prstGeom>
          <a:solidFill>
            <a:srgbClr val="1E2130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4297680"/>
            <a:ext cx="54864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389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</a:rPr>
              <a:t>INTEGRANTES DO GRUPO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4773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Rian Rocha Mascarenhas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5010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RA: 2224106376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09360" y="5276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Bruno Gil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09360" y="5513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RA: 2224104380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09360" y="5779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Malcolm Agostinho Mendes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6016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RA: 2225107711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Ciência da Computação  •  Desenvolvimento de Sistemas Web  • 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2026-05-30T01:42:22Z</dcterms:created>
  <dcterms:modified xsi:type="dcterms:W3CDTF">2026-05-30T01:42:22Z</dcterms:modified>
</cp:coreProperties>
</file>